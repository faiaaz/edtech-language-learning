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glass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1 — Glassmorphism &amp; soft gradients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