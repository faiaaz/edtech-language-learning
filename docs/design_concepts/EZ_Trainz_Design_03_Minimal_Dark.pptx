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z_trainz_design_minim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Concept 3 — Minimal premium dark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