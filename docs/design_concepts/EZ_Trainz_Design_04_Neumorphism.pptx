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z_trainz_design_neumorph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Concept 4 — Neumorphism soft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