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z_trainz_design_ze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263640"/>
            <a:ext cx="11430000" cy="50292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Concept 6 — Zen paper &amp; calm 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